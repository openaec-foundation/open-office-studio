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Native presentatiecontrole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Bewerk deze tekst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Tweede dia blijft bewaard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